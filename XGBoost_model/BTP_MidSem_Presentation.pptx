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Enabled Blood Bank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Mid-Semester BTP Progress Report</a:t>
            </a:r>
          </a:p>
          <a:p>
            <a:r>
              <a:t>Group 1: Biswa Prakash Dalai, Dhiraj Yadav, Subhasish Sahoo</a:t>
            </a:r>
          </a:p>
          <a:p>
            <a:r>
              <a:t>Supervisor: Dr. Anjali Mohapatra</a:t>
            </a:r>
          </a:p>
          <a:p>
            <a:r>
              <a:t>IIIT Bhubaneswar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Flaw in Reactive Inventory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Biological Constraint: Blood components have strict 5-to-42 day viability periods.</a:t>
            </a:r>
          </a:p>
          <a:p>
            <a:pPr/>
            <a:r>
              <a:t>The Balancing Act: Overstocking leads to high biological waste; understocking risks patient lives.</a:t>
            </a:r>
          </a:p>
          <a:p>
            <a:pPr/>
            <a:r>
              <a:t>The Current Flaw: Existing systems are strictly reactive. They track inventory but cannot anticipate demand spikes due to seasonal diseases or holidays.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Proactive, AI-Driven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Transition from threshold-based alerts to predictive analytics.</a:t>
            </a:r>
          </a:p>
          <a:p>
            <a:pPr/>
            <a:r>
              <a:t>Objective 1: Engineer a mathematical pipeline for realistic synthetic data generation.</a:t>
            </a:r>
          </a:p>
          <a:p>
            <a:pPr/>
            <a:r>
              <a:t>Objective 2: Train and evaluate advanced time-series models (XGBoost &amp; Prophet) across 8 blood groups.</a:t>
            </a:r>
          </a:p>
          <a:p>
            <a:pPr/>
            <a:r>
              <a:t>Objective 3: Deploy the optimal ML model as a standalone, testable FastAPI microservice.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Decoupled Microservices Design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Web App (MERN): React, Node.js, Express, MongoDB for role-based donor/inventory CRUD operations.</a:t>
            </a:r>
          </a:p>
          <a:p>
            <a:pPr/>
            <a:r>
              <a:t>Intelligence Engine (FastAPI): Isolated Python microservice to prevent heavy ML calculations from blocking web server traffic.</a:t>
            </a:r>
          </a:p>
          <a:p>
            <a:pPr/>
          </a:p>
          <a:p>
            <a:pPr/>
            <a:r>
              <a:t>[Please insert your Architecture Diagram here in Google Slides]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Non-Linear Time-Series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Generation: Simulated 3 years of daily logs incorporating baseline constraints, linear trends, and noise.</a:t>
            </a:r>
          </a:p>
          <a:p>
            <a:pPr/>
            <a:r>
              <a:t>Advanced Feature Engineering (For XGBoost):</a:t>
            </a:r>
          </a:p>
          <a:p>
            <a:pPr/>
            <a:r>
              <a:t> - Cyclical Temporal Encoding: Mapped days/months onto Sine/Cosine continuous circles.</a:t>
            </a:r>
          </a:p>
          <a:p>
            <a:pPr/>
            <a:r>
              <a:t> - Lag Features: Captured historical memory (e.g., lag_7).</a:t>
            </a:r>
          </a:p>
          <a:p>
            <a:pPr/>
            <a:r>
              <a:t> - Rolling Volatility: 7-day rolling means to track trajectory.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Comparative Analysis: XGBoost vs. Prophet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Evaluated on an unseen 6-month test set.</a:t>
            </a:r>
          </a:p>
          <a:p>
            <a:pPr/>
            <a:r>
              <a:t>Prophet achieved lower Mean Absolute Error (MAE) in 6 out of 8 blood groups.</a:t>
            </a:r>
          </a:p>
          <a:p>
            <a:pPr/>
            <a:r>
              <a:t>Both models correctly identified AB-Negative as mathematically unpredictable due to extreme sparsity.</a:t>
            </a:r>
          </a:p>
          <a:p>
            <a:pPr/>
          </a:p>
          <a:p>
            <a:pPr/>
            <a:r>
              <a:t>[Please insert your Comparison Table here in Google Slides]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'Glass-Box' Advantage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requires trust; 'Black-box' models are often rejected by hospital administrators.</a:t>
            </a:r>
          </a:p>
          <a:p>
            <a:pPr/>
            <a:r>
              <a:t>Prophet natively decomposes forecasts into visible Trend, Weekly, and Yearly seasonalities.</a:t>
            </a:r>
          </a:p>
          <a:p>
            <a:pPr/>
            <a:r>
              <a:t>Allows staff to see exactly *why* a shortage is predicted.</a:t>
            </a:r>
          </a:p>
          <a:p>
            <a:pPr/>
          </a:p>
          <a:p>
            <a:pPr/>
            <a:r>
              <a:t>[Please insert your Prophet Forecast Graph here in Google Slides]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Mid-Semester Operational Snapshots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Foundational React UI &amp; Node.js authentication complete.</a:t>
            </a:r>
          </a:p>
          <a:p>
            <a:pPr/>
            <a:r>
              <a:t>FastAPI ML microservice successfully deployed locally.</a:t>
            </a:r>
          </a:p>
          <a:p>
            <a:pPr/>
            <a:r>
              <a:t>Returns JSON inventory alerts based on live parameter inputs.</a:t>
            </a:r>
          </a:p>
          <a:p>
            <a:pPr/>
          </a:p>
          <a:p>
            <a:pPr/>
            <a:r>
              <a:t>[Please insert your MERN UI and Swagger UI screenshots here in Google Slides]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Enterprise Architecture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Event-Driven Alerts: RabbitMQ for asynchronous emergency donor SMS/emails.</a:t>
            </a:r>
          </a:p>
          <a:p>
            <a:pPr/>
            <a:r>
              <a:t>Latency Optimization: Redis caching for sub-millisecond dashboard load times.</a:t>
            </a:r>
          </a:p>
          <a:p>
            <a:pPr/>
            <a:r>
              <a:t>Geospatial Routing: MongoDB GeoJSON to alert donors within a 10km radius.</a:t>
            </a:r>
          </a:p>
          <a:p>
            <a:pPr/>
            <a:r>
              <a:t>MLOps Pipeline: Automated CRON jobs for zero-downtime model retraining.</a:t>
            </a:r>
          </a:p>
          <a:p>
            <a:pPr/>
            <a:r>
              <a:t>DevOps: Containerizing the full stack via Docker.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